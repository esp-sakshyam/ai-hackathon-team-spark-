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2026  ·  TEAM SPARK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Sawari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सवारी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public transit navigation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Kathmandu Valley.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416052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Kandel  ·  Presenter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594360"/>
            <a:ext cx="2651760" cy="3337560"/>
          </a:xfrm>
          <a:prstGeom prst="rect">
            <a:avLst/>
          </a:prstGeom>
          <a:solidFill>
            <a:srgbClr val="F7F7F5"/>
          </a:solidFill>
          <a:ln w="9525">
            <a:solidFill>
              <a:srgbClr val="E0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594360"/>
            <a:ext cx="2651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+ route result)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new to Kathmandu.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get around?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Sharing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 · InDrive · Yango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use, but expensive — and high carbon emissions. Not sustainable for daily commuting.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&amp; polluting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2121408"/>
            <a:ext cx="14630" cy="265176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bike or car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flexible, but most newcomers don't arrive with their own vehicle.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2121408"/>
            <a:ext cx="14630" cy="265176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1214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Efficient · Reliable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90779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choice — but where do you start? Which bus? When? How much?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40050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 कुन? कहिले? कसरी? कति?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6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bus is the right answer — but no one knows how to use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Sawari answers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questions.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0" y="594360"/>
            <a:ext cx="2926080" cy="3749040"/>
          </a:xfrm>
          <a:prstGeom prst="rect">
            <a:avLst/>
          </a:prstGeom>
          <a:solidFill>
            <a:srgbClr val="F7F7F5"/>
          </a:solidFill>
          <a:ln w="9525">
            <a:solidFill>
              <a:srgbClr val="E0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94360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(fare + route result card)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525780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22311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 the nearest bus stop on a live map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37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कुन?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7203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14600" y="27020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bus — direct or with transfers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04388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कहिले?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14600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 tracking with real-time ETA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255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कसरी?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6621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36438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walking + boarding + alighting guide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46220"/>
            <a:ext cx="5257800" cy="16459"/>
          </a:xfrm>
          <a:prstGeom prst="rect">
            <a:avLst/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96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कति?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DoTM fares with student &amp; elderly discounts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Reduces CO₂ vs ride-sharing      💰  5–10× cheaper than Pathao or InDrive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FEATURES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real commuters.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Natural Language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naturally in Nepali or English — no stop names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8412480" cy="16459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84648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4648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update every 3 seconds with smooth animated movement on 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Calculator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DoTM-based tariff: bus, microbus, with student &amp; elderly discounts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8412480" cy="16459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4648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Routing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84648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routes when no direct bus runs between two points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Savings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shows CO₂ saved vs private car — a gentle green nudge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785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84648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Nearby Stops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84648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location, compass, and one-tap start from your position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 ·  No app download  ·  Works on any browser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HOW IT WORKS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question to journey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seconds.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destination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tap the map, or say it in plain Nepali or English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your route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Sawari finds the best bus — with transfers if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744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bus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 the map with ETA and current passenger 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76288" y="2121408"/>
            <a:ext cx="14630" cy="210312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706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and save money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337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exact fare before boarding. Help the planet too.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24528"/>
            <a:ext cx="8138160" cy="685800"/>
          </a:xfrm>
          <a:prstGeom prst="rect">
            <a:avLst/>
          </a:prstGeom>
          <a:solidFill>
            <a:srgbClr val="F7F7F5"/>
          </a:solidFill>
          <a:ln w="9525">
            <a:solidFill>
              <a:srgbClr val="E0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 — place a wide route result / journey panel screenshot here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7548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SAWARI  ·  AI HACKATHON 2026  ·  TEAM SPARK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greener, cheaper commuting for Kathmandu.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841248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कहाँ?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67128" y="3090672"/>
            <a:ext cx="148132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कुन?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1336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कहिले?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5544" y="3090672"/>
            <a:ext cx="148132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कसरी?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59752" y="3090672"/>
            <a:ext cx="1481328" cy="621792"/>
          </a:xfrm>
          <a:prstGeom prst="rect">
            <a:avLst/>
          </a:prstGeom>
          <a:solidFill>
            <a:srgbClr val="E8F2EC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30906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कति?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" y="4407408"/>
            <a:ext cx="8778240" cy="16459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35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Kandel  ·  Team Spark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2026-03-15T15:53:48Z</dcterms:created>
  <dcterms:modified xsi:type="dcterms:W3CDTF">2026-03-15T15:53:48Z</dcterms:modified>
</cp:coreProperties>
</file>