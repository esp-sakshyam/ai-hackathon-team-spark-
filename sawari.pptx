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E7490">
              <a:alpha val="20000"/>
            </a:srgbClr>
          </a:solidFill>
          <a:ln w="12700">
            <a:solidFill>
              <a:srgbClr val="0E7490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926080"/>
            <a:ext cx="2560320" cy="256032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48640"/>
            <a:ext cx="1280160" cy="1280160"/>
          </a:xfrm>
          <a:prstGeom prst="ellipse">
            <a:avLst/>
          </a:prstGeom>
          <a:solidFill>
            <a:srgbClr val="0E7490">
              <a:alpha val="80000"/>
            </a:srgbClr>
          </a:solidFill>
          <a:ln w="25400">
            <a:solidFill>
              <a:srgbClr val="22D3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SAWARI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18288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सवारी — Navigate Kathmandu, Simplified.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82880" y="3703320"/>
            <a:ext cx="4114800" cy="2743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2880" y="3886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Hackathon 2026</a:t>
            </a:r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Team: Spark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1097280"/>
            <a:ext cx="2651760" cy="2926080"/>
          </a:xfrm>
          <a:prstGeom prst="rect">
            <a:avLst/>
          </a:prstGeom>
          <a:solidFill>
            <a:srgbClr val="112240"/>
          </a:solidFill>
          <a:ln w="19050">
            <a:solidFill>
              <a:srgbClr val="0E7490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309360" y="173736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📸 IMAGE PLACEHOLDER
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Suggested: App screenshot showing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route on Kathmandu map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कसरी जाने?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I get around Kathmandu?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874520"/>
            <a:ext cx="2743200" cy="2606040"/>
          </a:xfrm>
          <a:prstGeom prst="rect">
            <a:avLst/>
          </a:prstGeom>
          <a:solidFill>
            <a:srgbClr val="112240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874520"/>
            <a:ext cx="274320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🚗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 Sharing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3090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</a:rPr>
              <a:t>Pathao / InDrive / Yango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3438144"/>
            <a:ext cx="2468880" cy="27432"/>
          </a:xfrm>
          <a:prstGeom prst="rect">
            <a:avLst/>
          </a:prstGeom>
          <a:solidFill>
            <a:srgbClr val="EF4444">
              <a:alpha val="5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49300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Expensive &amp; high carbon emissions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874520"/>
            <a:ext cx="2743200" cy="2606040"/>
          </a:xfrm>
          <a:prstGeom prst="rect">
            <a:avLst/>
          </a:prstGeom>
          <a:solidFill>
            <a:srgbClr val="112240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874520"/>
            <a:ext cx="27432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🏍️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91840" y="2651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Vehicle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3090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</a:rPr>
              <a:t>Own bike or car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37560" y="3438144"/>
            <a:ext cx="2468880" cy="27432"/>
          </a:xfrm>
          <a:prstGeom prst="rect">
            <a:avLst/>
          </a:prstGeom>
          <a:solidFill>
            <a:srgbClr val="F59E0B">
              <a:alpha val="5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349300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Not available for most newcomers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874520"/>
            <a:ext cx="2743200" cy="2606040"/>
          </a:xfrm>
          <a:prstGeom prst="rect">
            <a:avLst/>
          </a:prstGeom>
          <a:solidFill>
            <a:srgbClr val="112240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874520"/>
            <a:ext cx="274320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🚌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651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Bus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0" y="3090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</a:rPr>
              <a:t>Cheap, efficient, reliable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3438144"/>
            <a:ext cx="2468880" cy="27432"/>
          </a:xfrm>
          <a:prstGeom prst="rect">
            <a:avLst/>
          </a:prstGeom>
          <a:solidFill>
            <a:srgbClr val="10B981">
              <a:alpha val="50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49300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But... where? which? when? how? how much?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solidFill>
            <a:srgbClr val="0E7490">
              <a:alpha val="3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617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bus traveler's nightmare:  कहाँ?  •  कुन?  •  कहिले?  •  कसरी?  •  कति?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SAWARI answers it all.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कहाँ?  कुन?  कहिले?  कसरी?  कति? — Solved.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82880" y="1737360"/>
            <a:ext cx="1627632" cy="2468880"/>
          </a:xfrm>
          <a:prstGeom prst="rect">
            <a:avLst/>
          </a:prstGeom>
          <a:solidFill>
            <a:srgbClr val="112240"/>
          </a:solidFill>
          <a:ln w="1905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737360"/>
            <a:ext cx="1627632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182880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82880" y="23957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कहाँ?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" y="281635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</a:rPr>
              <a:t>WHERE?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6032" y="31272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bus stop locations on live map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47672" y="1737360"/>
            <a:ext cx="1627632" cy="2468880"/>
          </a:xfrm>
          <a:prstGeom prst="rect">
            <a:avLst/>
          </a:prstGeom>
          <a:solidFill>
            <a:srgbClr val="112240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947672" y="1737360"/>
            <a:ext cx="162763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47672" y="182880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🚌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47672" y="23957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कुन?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47672" y="281635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</a:rPr>
              <a:t>WHICH?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20824" y="31272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right bus (with transfers)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12464" y="1737360"/>
            <a:ext cx="1627632" cy="2468880"/>
          </a:xfrm>
          <a:prstGeom prst="rect">
            <a:avLst/>
          </a:prstGeom>
          <a:solidFill>
            <a:srgbClr val="112240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12464" y="1737360"/>
            <a:ext cx="1627632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12464" y="182880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712464" y="23957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कहिले?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712464" y="281635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</a:rPr>
              <a:t>WHEN?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785616" y="31272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vehicle tracking &amp; ETA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77256" y="1737360"/>
            <a:ext cx="1627632" cy="2468880"/>
          </a:xfrm>
          <a:prstGeom prst="rect">
            <a:avLst/>
          </a:prstGeom>
          <a:solidFill>
            <a:srgbClr val="112240"/>
          </a:solidFill>
          <a:ln w="1905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77256" y="1737360"/>
            <a:ext cx="1627632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77256" y="182880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477256" y="23957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कसरी?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77256" y="281635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</a:rPr>
              <a:t>HOW?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550408" y="31272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walking + boarding guide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242048" y="1737360"/>
            <a:ext cx="1627632" cy="2468880"/>
          </a:xfrm>
          <a:prstGeom prst="rect">
            <a:avLst/>
          </a:prstGeom>
          <a:solidFill>
            <a:srgbClr val="112240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42048" y="1737360"/>
            <a:ext cx="162763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42048" y="182880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242048" y="23957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कति?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42048" y="2816352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94A3B8"/>
                </a:solidFill>
              </a:rPr>
              <a:t>HOW MUCH?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315200" y="31272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estimate with student discount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" y="4343400"/>
            <a:ext cx="4187952" cy="594360"/>
          </a:xfrm>
          <a:prstGeom prst="rect">
            <a:avLst/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343400"/>
            <a:ext cx="4005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🌱  Saves the planet — reduces CO₂ vs car rides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90288" y="4343400"/>
            <a:ext cx="4343400" cy="594360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81728" y="43434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💰  Saves money — bus fare vs ride-sharing prices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858000" y="502920"/>
            <a:ext cx="2011680" cy="1143000"/>
          </a:xfrm>
          <a:prstGeom prst="rect">
            <a:avLst/>
          </a:prstGeom>
          <a:solidFill>
            <a:srgbClr val="112240"/>
          </a:solidFill>
          <a:ln w="19050">
            <a:solidFill>
              <a:srgbClr val="10B981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6858000" y="502920"/>
            <a:ext cx="20116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📸 IMAGE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Suggested: Fare display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card / route result screen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Sawari powerful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402336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39903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Navigation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naturally in Nepali or English — AI understands you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0" y="1325880"/>
            <a:ext cx="402336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139903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349240" y="14173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Tracking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4924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bus positions updated every 3 seconds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14600"/>
            <a:ext cx="402336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258775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051560" y="2606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Fare Estimate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971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DoTM-based fares with student &amp; elderly discounts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2514600"/>
            <a:ext cx="402336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58775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🌿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349240" y="2606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Savings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2971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saved per trip vs private car travel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703320"/>
            <a:ext cx="402336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377647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051560" y="3794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Transfers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Multi-leg routing when direct bus isn't available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3703320"/>
            <a:ext cx="4023360" cy="1051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3776472"/>
            <a:ext cx="685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📍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349240" y="3794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Mode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nearby stops and use your location as start point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595360" y="502920"/>
            <a:ext cx="457200" cy="44805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74320" y="4681728"/>
            <a:ext cx="859536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0E749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274320" y="4681728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📸 IMAGE PLACEHOLDER  |  Suggested: Side-by-side mobile screenshots of navigation + vehicle tracking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question to journey in seconds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640080" cy="640080"/>
          </a:xfrm>
          <a:prstGeom prst="rect">
            <a:avLst/>
          </a:prstGeom>
          <a:solidFill>
            <a:srgbClr val="0E7490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" y="1965960"/>
            <a:ext cx="73152" cy="27432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3716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🗣️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13533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Your Destination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tap the map, or speak naturally in Nepali or English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640080" cy="640080"/>
          </a:xfrm>
          <a:prstGeom prst="rect">
            <a:avLst/>
          </a:prstGeom>
          <a:solidFill>
            <a:srgbClr val="0E7490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7784" y="2880360"/>
            <a:ext cx="73152" cy="27432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2860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22677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Plans Your Route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00200" y="2587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Sawari finds the best bus (or transfer) using live 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154680"/>
            <a:ext cx="640080" cy="640080"/>
          </a:xfrm>
          <a:prstGeom prst="rect">
            <a:avLst/>
          </a:prstGeom>
          <a:solidFill>
            <a:srgbClr val="0E7490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57784" y="3794760"/>
            <a:ext cx="73152" cy="27432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32004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00200" y="31821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Your Bus Live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00200" y="3502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bus in real time with ETA and capacity info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4069080"/>
            <a:ext cx="640080" cy="640080"/>
          </a:xfrm>
          <a:prstGeom prst="rect">
            <a:avLst/>
          </a:prstGeom>
          <a:solidFill>
            <a:srgbClr val="0E7490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1148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Save Money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00200" y="4416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fare before boarding — and help the planet too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03520" y="1188720"/>
            <a:ext cx="3566160" cy="3566160"/>
          </a:xfrm>
          <a:prstGeom prst="rect">
            <a:avLst/>
          </a:prstGeom>
          <a:solidFill>
            <a:srgbClr val="112240"/>
          </a:solidFill>
          <a:ln w="19050">
            <a:solidFill>
              <a:srgbClr val="F59E0B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5394960" y="2103120"/>
            <a:ext cx="3383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📸 IMAGE PLACEHOLDER
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Suggested: App UI showing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step-by-step route result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with walking + bus segments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solidFill>
            <a:srgbClr val="0D2137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✨  No app download needed — runs entirely in the browser on any device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5486400" cy="5486400"/>
          </a:xfrm>
          <a:prstGeom prst="ellipse">
            <a:avLst/>
          </a:prstGeom>
          <a:solidFill>
            <a:srgbClr val="0E7490">
              <a:alpha val="12000"/>
            </a:srgbClr>
          </a:solidFill>
          <a:ln w="12700">
            <a:solidFill>
              <a:srgbClr val="0E7490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286000"/>
            <a:ext cx="3657600" cy="3657600"/>
          </a:xfrm>
          <a:prstGeom prst="ellipse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70848" y="0"/>
            <a:ext cx="7315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SAWARI — Smarter, Greener, Cheaper Commuting for Kathmandu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331720"/>
            <a:ext cx="1554480" cy="15087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377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कहाँ?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find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bus stop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66544" y="2331720"/>
            <a:ext cx="1554480" cy="15087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66544" y="2377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कुन?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66544" y="3063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67328" y="2331720"/>
            <a:ext cx="1554480" cy="15087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67328" y="2377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कहिले?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67328" y="3063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(live)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68112" y="2331720"/>
            <a:ext cx="1554480" cy="15087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68112" y="2377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कसरी?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68112" y="3063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68896" y="2331720"/>
            <a:ext cx="1554480" cy="1508760"/>
          </a:xfrm>
          <a:prstGeom prst="rect">
            <a:avLst/>
          </a:prstGeom>
          <a:solidFill>
            <a:srgbClr val="11224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2377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कति?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168896" y="3063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Spark</a:t>
            </a:r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AI Hackathon 2026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00400" y="4526280"/>
            <a:ext cx="2743200" cy="457200"/>
          </a:xfrm>
          <a:prstGeom prst="rect">
            <a:avLst/>
          </a:prstGeom>
          <a:solidFill>
            <a:srgbClr val="112240"/>
          </a:solidFill>
          <a:ln w="12700">
            <a:solidFill>
              <a:srgbClr val="10B981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00400" y="4526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📸 Team photo / logo placeholder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Sawari - AI Hackathon 2026</dc:title>
  <dc:subject>PptxGenJS Presentation</dc:subject>
  <dc:creator>PptxGenJS</dc:creator>
  <cp:lastModifiedBy>PptxGenJS</cp:lastModifiedBy>
  <cp:revision>1</cp:revision>
  <dcterms:created xsi:type="dcterms:W3CDTF">2026-03-15T15:15:07Z</dcterms:created>
  <dcterms:modified xsi:type="dcterms:W3CDTF">2026-03-15T15:15:07Z</dcterms:modified>
</cp:coreProperties>
</file>