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16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47548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HACKATHON 2026  ·  TEAM SPARK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Sawari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02920" y="23957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सवारी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0906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public transit navigation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Kathmandu Valley.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4160520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315968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Sakshyam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Bastakoti</a:t>
            </a:r>
            <a:endParaRPr lang="en-US" sz="11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Sakshyam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Upadhaya</a:t>
            </a:r>
            <a:endParaRPr lang="en-US" sz="11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Kandel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594360"/>
            <a:ext cx="2651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screenshot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(map + route result)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3C1ABC-039C-4AEA-CA28-410B57A74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983" y="632294"/>
            <a:ext cx="1797633" cy="3413926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47548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THE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new to Kathmandu.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I get around?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841248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1214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Sharing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Pathao · InDrive · Yango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use, but expensive — and high carbon emissions. Not sustainable for daily commuting.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40050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&amp; polluting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0128" y="2121408"/>
            <a:ext cx="14630" cy="2651760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21214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Vehicle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832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bike or car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90779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flexible, but most newcomers don't arrive with their own vehicle.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40050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accessible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0488" y="2121408"/>
            <a:ext cx="14630" cy="2651760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21214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636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· Efficient · Reliable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90779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choice — but where do you start? Which bus? When? How much?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40050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कहाँ? कुन? कहिले? कसरी? कति?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4526280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636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bus is the right answer — but no one knows how to use it.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47548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THE SOLUTION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Sawari answers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five questions.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0" y="594360"/>
            <a:ext cx="2926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525780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कहाँ?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2494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14600" y="22311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you the nearest bus stop on a live map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5257800" cy="16459"/>
          </a:xfrm>
          <a:prstGeom prst="rect">
            <a:avLst/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6837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कुन?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7203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WHICH?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14600" y="27020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right bus — direct or with transfers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104388"/>
            <a:ext cx="5257800" cy="16459"/>
          </a:xfrm>
          <a:prstGeom prst="rect">
            <a:avLst/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कहिले?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1912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14600" y="31729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vehicle tracking with real-time ETA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575304"/>
            <a:ext cx="5257800" cy="16459"/>
          </a:xfrm>
          <a:prstGeom prst="rect">
            <a:avLst/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6255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कसरी?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6621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364388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walking + boarding + alighting guide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046220"/>
            <a:ext cx="5257800" cy="16459"/>
          </a:xfrm>
          <a:prstGeom prst="rect">
            <a:avLst/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0965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कति?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1330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4114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DoTM fares with student &amp; elderly discounts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01168" y="4526280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Reduces CO₂ vs ride-sharing      💰  5–10× cheaper than Pathao or InDrive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1F4D91F-C681-2EBB-2F80-4ABA51C73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59614"/>
            <a:ext cx="2468880" cy="38642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47548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KEY FEATURES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real commuters.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841248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91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Natural Language Input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9385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speak naturally in Nepali or English — no stop names needed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78608"/>
            <a:ext cx="8412480" cy="16459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591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84648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Bus Tracking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84648" y="19385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update every 3 seconds with smooth animated movement on 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Calculator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" y="30358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DoTM-based tariff: bus, microbus, with student &amp; elderly discounts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675888"/>
            <a:ext cx="8412480" cy="16459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84648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Routing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84648" y="30358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Multi-leg routes when no direct bus runs between two points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785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" y="3767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Savings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" y="41330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trip shows CO₂ saved vs private car — a gentle green nudge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785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84648" y="3767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Nearby Stops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84648" y="41330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location, compass, and one-tap start from your position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1168" y="4526280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  ·  No app download  ·  Works on any browser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47548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HOW IT WORKS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question to journey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seconds.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841248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7066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destination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tap the map, or say it in plain Nepali or English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2121408"/>
            <a:ext cx="14630" cy="2103120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27066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 your route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3337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Sawari finds the best bus — with transfers if needed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27448" y="2121408"/>
            <a:ext cx="14630" cy="2103120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00600" y="27066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bus live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337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on the map with ETA and current passenger count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76288" y="2121408"/>
            <a:ext cx="14630" cy="2103120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27066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and save money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337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exact fare before boarding. Help the planet too.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2245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07223B1-B8B1-3B51-7391-AB221DA59C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022" b="24569"/>
          <a:stretch>
            <a:fillRect/>
          </a:stretch>
        </p:blipFill>
        <p:spPr>
          <a:xfrm>
            <a:off x="331928" y="4167835"/>
            <a:ext cx="8309152" cy="7626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47548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SAWARI  ·  AI HACKATHON 2026  ·  TEAM SPARK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Smarter, greener, cheaper commuting for Kathmandu.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944368"/>
            <a:ext cx="841248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3090672"/>
            <a:ext cx="1481328" cy="621792"/>
          </a:xfrm>
          <a:prstGeom prst="rect">
            <a:avLst/>
          </a:prstGeom>
          <a:solidFill>
            <a:srgbClr val="E8F2EC"/>
          </a:solidFill>
          <a:ln w="9525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0906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कहाँ?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67128" y="3090672"/>
            <a:ext cx="148132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67128" y="30906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कुन?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31336" y="3090672"/>
            <a:ext cx="1481328" cy="621792"/>
          </a:xfrm>
          <a:prstGeom prst="rect">
            <a:avLst/>
          </a:prstGeom>
          <a:solidFill>
            <a:srgbClr val="E8F2EC"/>
          </a:solidFill>
          <a:ln w="9525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31336" y="30906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कहिले?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95544" y="3090672"/>
            <a:ext cx="148132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95544" y="30906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कसरी?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59752" y="3090672"/>
            <a:ext cx="1481328" cy="621792"/>
          </a:xfrm>
          <a:prstGeom prst="rect">
            <a:avLst/>
          </a:prstGeom>
          <a:solidFill>
            <a:srgbClr val="E8F2EC"/>
          </a:solidFill>
          <a:ln w="9525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59752" y="30906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कति?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answered.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" y="440740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5354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Team Spark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467</Words>
  <Application>Microsoft Office PowerPoint</Application>
  <PresentationFormat>On-screen Show (16:9)</PresentationFormat>
  <Paragraphs>97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Zenith ⠀Kandel</cp:lastModifiedBy>
  <cp:revision>3</cp:revision>
  <dcterms:created xsi:type="dcterms:W3CDTF">2026-03-15T15:53:48Z</dcterms:created>
  <dcterms:modified xsi:type="dcterms:W3CDTF">2026-03-15T16:05:11Z</dcterms:modified>
</cp:coreProperties>
</file>